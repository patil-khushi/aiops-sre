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 — ADAPTIVE AIOps + SRE OPS + AGENTIC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modular agents  •  SRE woven through every phase  •  ★ RCA Agent produces fix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1457432" cy="310896"/>
          </a:xfrm>
          <a:prstGeom prst="rect">
            <a:avLst/>
          </a:prstGeom>
          <a:solidFill>
            <a:srgbClr val="24304B"/>
          </a:solidFill>
          <a:ln w="9525">
            <a:solidFill>
              <a:srgbClr val="2E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8229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Consoles  •  ChatOps  •  SRE Dashboards  •  Mobile  •  Incident Commander View  •  Exec Dashboards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1828800" cy="621792"/>
          </a:xfrm>
          <a:prstGeom prst="rect">
            <a:avLst/>
          </a:prstGeom>
          <a:solidFill>
            <a:srgbClr val="8B5CF6">
              <a:alpha val="5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25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  •  A2A  •  OpenAPI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citizens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0" y="1188720"/>
            <a:ext cx="9537192" cy="621792"/>
          </a:xfrm>
          <a:prstGeom prst="rect">
            <a:avLst/>
          </a:prstGeom>
          <a:solidFill>
            <a:srgbClr val="24304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188720"/>
            <a:ext cx="91440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207008"/>
            <a:ext cx="9262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RUNTIME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4884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4884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80888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0888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6892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6892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2896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2896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48900" y="1444752"/>
            <a:ext cx="1482852" cy="310896"/>
          </a:xfrm>
          <a:prstGeom prst="roundRect">
            <a:avLst>
              <a:gd name="adj" fmla="val 11765"/>
            </a:avLst>
          </a:prstGeom>
          <a:solidFill>
            <a:srgbClr val="1A2238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8900" y="1444752"/>
            <a:ext cx="1482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1499616"/>
            <a:ext cx="4572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rot="5400000">
            <a:off x="2212848" y="1426464"/>
            <a:ext cx="73152" cy="146304"/>
          </a:xfrm>
          <a:prstGeom prst="rt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1901952"/>
            <a:ext cx="1463040" cy="63322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901952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2218563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64967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92399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Classifier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09694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7126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54421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1853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Executor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99148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6580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Router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143875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1307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War-Room Assembler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388602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6034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Correlation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633329" y="1901952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2D28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60761" y="1901952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Commander ◆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2590038"/>
            <a:ext cx="1463040" cy="63322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590038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2906649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20240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47672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64967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92399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409694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37126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654421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1853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99148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26580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143875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71307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Discovery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388602" y="2590038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2D28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16034" y="2590038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Detector ◆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5760" y="3278124"/>
            <a:ext cx="1463040" cy="63322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278124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3594735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920240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47672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Forecaster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164967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2399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409694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37126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Breach Predictor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654421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81853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Learner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899148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26580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Predictor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143875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71307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Predictor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388602" y="3278124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2D28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16034" y="3278124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Forecaster ◆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65760" y="3966210"/>
            <a:ext cx="1463040" cy="63322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3966210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365760" y="4282821"/>
            <a:ext cx="1463040" cy="31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920240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47672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164967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92399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Auto-Healer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409694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37126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Optimizer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654421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81853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Learner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899148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26580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Scaler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143875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1A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71307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Synthesizer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9388602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2D28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416034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Orchestrator ◆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633329" y="3966210"/>
            <a:ext cx="1189863" cy="633222"/>
          </a:xfrm>
          <a:prstGeom prst="roundRect">
            <a:avLst>
              <a:gd name="adj" fmla="val 7220"/>
            </a:avLst>
          </a:prstGeom>
          <a:solidFill>
            <a:srgbClr val="3A2F1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660761" y="3966210"/>
            <a:ext cx="1134999" cy="633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Agent ★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65760" y="4636008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= SRE Ops agent    ★ = RCA Agent (deep RCA + executable fix steps)    |    EVERY AGENT = MODULAR, INDEPENDENTLY SELLABLE TILE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65760" y="4919472"/>
            <a:ext cx="11457432" cy="292608"/>
          </a:xfrm>
          <a:prstGeom prst="rect">
            <a:avLst/>
          </a:prstGeom>
          <a:solidFill>
            <a:srgbClr val="24304B"/>
          </a:solidFill>
          <a:ln w="9525">
            <a:solidFill>
              <a:srgbClr val="2E3A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5760" y="4919472"/>
            <a:ext cx="914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4360" y="4919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FABRIC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2103120" y="4919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•  AppDynamics  •  Dynatrace  •  Splunk  •  Azure  •  PagerDuty  •  Ansible  •  Jira  •  Teams  •  Nobl9  •  Gremlin  •  Datadog  •  …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65760" y="5239512"/>
            <a:ext cx="11457432" cy="292608"/>
          </a:xfrm>
          <a:prstGeom prst="rect">
            <a:avLst/>
          </a:prstGeom>
          <a:solidFill>
            <a:srgbClr val="24304B"/>
          </a:solidFill>
          <a:ln w="9525">
            <a:solidFill>
              <a:srgbClr val="2E3A5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5760" y="5239512"/>
            <a:ext cx="914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4360" y="5239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KNOWLEDGE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103120" y="52395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 •  Topology Graph  •  Telemetry Lake  •  RAG Index (Vector + Graph + RCA Corpus)  •  Feature Store  •  Model Registry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65760" y="5596128"/>
            <a:ext cx="2203704" cy="960120"/>
          </a:xfrm>
          <a:prstGeom prst="rect">
            <a:avLst/>
          </a:prstGeom>
          <a:solidFill>
            <a:srgbClr val="1A2238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5760" y="5596128"/>
            <a:ext cx="220370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57200" y="55961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475488" y="5943600"/>
            <a:ext cx="1984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 •  Model registry  •  Approval workflows  •  Audit trail  •  Lineage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679192" y="5596128"/>
            <a:ext cx="2203704" cy="960120"/>
          </a:xfrm>
          <a:prstGeom prst="rect">
            <a:avLst/>
          </a:prstGeom>
          <a:solidFill>
            <a:srgbClr val="1A223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679192" y="5596128"/>
            <a:ext cx="2203704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70632" y="55961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2788920" y="5943600"/>
            <a:ext cx="1984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 •  Jailbreak defense  •  Output filters  •  Blast-radius caps  •  Cost caps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992624" y="5596128"/>
            <a:ext cx="2203704" cy="960120"/>
          </a:xfrm>
          <a:prstGeom prst="rect">
            <a:avLst/>
          </a:prstGeom>
          <a:solidFill>
            <a:srgbClr val="1A2238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992624" y="5596128"/>
            <a:ext cx="220370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84064" y="55961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5102352" y="5943600"/>
            <a:ext cx="1984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identity  •  Vault secrets  •  TLS 1.3 + CMK  •  SOC2 / ISO / HIPAA / EU AI Act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306056" y="5596128"/>
            <a:ext cx="2203704" cy="960120"/>
          </a:xfrm>
          <a:prstGeom prst="rect">
            <a:avLst/>
          </a:prstGeom>
          <a:solidFill>
            <a:srgbClr val="1A2238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306056" y="5596128"/>
            <a:ext cx="2203704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397496" y="55961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7415784" y="5943600"/>
            <a:ext cx="1984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gates  •  RCA fix-step approval  •  Override + train  •  Signed decisions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9619488" y="5596128"/>
            <a:ext cx="2203704" cy="960120"/>
          </a:xfrm>
          <a:prstGeom prst="rect">
            <a:avLst/>
          </a:prstGeom>
          <a:solidFill>
            <a:srgbClr val="1A2238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619488" y="5596128"/>
            <a:ext cx="220370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710928" y="55961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9729216" y="5943600"/>
            <a:ext cx="1984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Eval → Promote  •  Shadow + canary  •  Drift retrain  •  Auto-rollback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365760" y="6656832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 •  Agents individually sellable  •  Third-party agents via open contract  •  Every decision traceable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AIOps — Unified Architecture</dc:title>
  <dc:subject>PptxGenJS Presentation</dc:subject>
  <dc:creator>PptxGenJS</dc:creator>
  <cp:lastModifiedBy>PptxGenJS</cp:lastModifiedBy>
  <cp:revision>1</cp:revision>
  <dcterms:created xsi:type="dcterms:W3CDTF">2026-04-24T19:12:23Z</dcterms:created>
  <dcterms:modified xsi:type="dcterms:W3CDTF">2026-04-24T19:12:23Z</dcterms:modified>
</cp:coreProperties>
</file>